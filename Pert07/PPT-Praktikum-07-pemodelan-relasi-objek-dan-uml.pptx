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188720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B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07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572768"/>
            <a:ext cx="80101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Relasi Objek dan UML Class Diagram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999232"/>
            <a:ext cx="7461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Dependensi, asosiasi, agregasi, komposisi — dan konsistensinya dengan kode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8" y="3931920"/>
            <a:ext cx="2011680" cy="0"/>
          </a:xfrm>
          <a:prstGeom prst="line">
            <a:avLst/>
          </a:prstGeom>
          <a:noFill/>
          <a:ln w="19050">
            <a:solidFill>
              <a:srgbClr val="D8DC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4096512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Pemrograman Berorientasi Objek  ·  Prodi Informatika, Fakultas Teknik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Pancasila  ·  Adi Wahyu Pribadi, S.Si., M.Kom.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pertemuan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1261872"/>
            <a:ext cx="791870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Membedakan dependensi, asosiasi, agregasi, dan komposisi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Menuliskan multiplicity dengan benar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class diagram dengan PlantUML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Menerjemahkan diagram menjadi kode, dan kode menjadi diagram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7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derajat keterikatan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25296"/>
          <a:ext cx="8010144" cy="914400"/>
        </p:xfrm>
        <a:graphic>
          <a:graphicData uri="http://schemas.openxmlformats.org/drawingml/2006/table">
            <a:tbl>
              <a:tblPr/>
              <a:tblGrid>
                <a:gridCol w="1811818"/>
                <a:gridCol w="2479330"/>
                <a:gridCol w="1239665"/>
                <a:gridCol w="247933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Relasi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Makna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Notasi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Wujud di kode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Dependensi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sesekali memakai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..&gt;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 atau variabel lokal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Asosiasi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tahu tentang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--&gt;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atribut berisi referensi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Agregasi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punya, bisa hidup sendiri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o--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objek datang dari luar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Komposisi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punya, mati bersamanya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*--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objek dibuat di dalam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7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005840"/>
            <a:ext cx="8010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0B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cepat membedakan agregasi dan komposisi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517904"/>
            <a:ext cx="7735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3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"Kalau induknya dihapus, apakah bagian ini masih masuk akal?"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137660"/>
            <a:ext cx="8010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i="1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Jurusan bubar → mahasiswanya tetap ada (agregasi). Buku dimusnahkan → bab-babnya lenyap (komposisi).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7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Relasi adalah keputusan rancangan, bukan sifat alam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1261872"/>
            <a:ext cx="791870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sistem berbeda boleh memodelkan pasangan kelas yang sama secara berbeda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Mobil–Mesin: agregasi bila mesin bisa dipindah, komposisi bila tidak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penting: konsisten dengan aturan bisnis Anda, dan tercermin di kode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7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Multiplicity — aturan bisnis yang wajib dijaga di kode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25296"/>
          <a:ext cx="8010144" cy="914400"/>
        </p:xfrm>
        <a:graphic>
          <a:graphicData uri="http://schemas.openxmlformats.org/drawingml/2006/table">
            <a:tbl>
              <a:tblPr/>
              <a:tblGrid>
                <a:gridCol w="2288613"/>
                <a:gridCol w="572153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Notasi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Artinya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tepat satu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nol atau satu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 atau 0..*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nol sampai banyak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1..*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 satu — constructor harus menolak koleksi kosong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2..4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antara dua sampai empat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7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PlantUML — sintaks dasar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225296"/>
            <a:ext cx="8010144" cy="2423160"/>
          </a:xfrm>
          <a:prstGeom prst="roundRect">
            <a:avLst>
              <a:gd name="adj" fmla="val 2264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1408176"/>
            <a:ext cx="757123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@startuml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Buku { - isbn : String }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Buku "1" *-- "1..*" Bab           : terdiri atas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Jurusan "1" o-- "0..*" Mahasiswa  : menaungi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Anggota "1" --&gt; "0..*" Peminjaman : melakukan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LibraryService ..&gt; Buku           : memakai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@enduml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831336"/>
            <a:ext cx="8010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Berkas .puml ikut di-commit. Hasil render (.svg/.png) tidak — diagram adalah kode sumber.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7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Kebocoran koleksi — kesalahan yang paling sering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225296"/>
            <a:ext cx="3849624" cy="2798064"/>
          </a:xfrm>
          <a:prstGeom prst="roundRect">
            <a:avLst>
              <a:gd name="adj" fmla="val 1961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" y="1371600"/>
            <a:ext cx="3447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BURUK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68096" y="1700784"/>
            <a:ext cx="34472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List&lt;Bab&gt; getBab() {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bab;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pemanggil bisa mengubah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isi koleksi internal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27448" y="1225296"/>
            <a:ext cx="3849624" cy="2798064"/>
          </a:xfrm>
          <a:prstGeom prst="roundRect">
            <a:avLst>
              <a:gd name="adj" fmla="val 1961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28616" y="1371600"/>
            <a:ext cx="3447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BAIK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928616" y="1700784"/>
            <a:ext cx="34472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List&lt;Bab&gt; getBab() {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List.copyOf(bab);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3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salinan tak-berubah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4137660"/>
            <a:ext cx="8010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i="1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menyebut komposisi tapi getter membocorkan koleksi? Kode Anda bukan komposisi.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7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Kesalahan umum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1261872"/>
            <a:ext cx="791870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relasi digambar sebagai garis polos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Multiplicity tidak ditulis — aturan bisnis hilang dari model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Panah dua arah di semua relasi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menyebut komposisi, kode membocorkan koleksi</a:t>
            </a:r>
            <a:endParaRPr lang="en-US" sz="19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Menggambar diagram setelah kode selesai, sekadar formalitas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7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060704"/>
            <a:ext cx="8010144" cy="3017520"/>
          </a:xfrm>
          <a:prstGeom prst="roundRect">
            <a:avLst>
              <a:gd name="adj" fmla="val 1515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1298448"/>
            <a:ext cx="7424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5D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 2 — dikumpulkan sebelum UTS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847088"/>
            <a:ext cx="7315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Modelkan Sistem Presensi Kuliah: minimal enam kelas, dengan komposisi, agregasi, dan asosiasi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Implementasikan kerangka kodenya di Java DAN PHP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setiap relasi: satu kalimat justifikasi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dan kode dinilai bersama — diagram yang tidak tercermin di kode dianggap belum selesai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228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7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748272" y="47228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Universitas Pancasila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7 — Relasi Objek dan UML Class Diagram</dc:title>
  <dc:subject>PptxGenJS Presentation</dc:subject>
  <dc:creator>Adi Wahyu Pribadi, S.Si., M.Kom.</dc:creator>
  <cp:lastModifiedBy>Adi Wahyu Pribadi, S.Si., M.Kom.</cp:lastModifiedBy>
  <cp:revision>1</cp:revision>
  <dcterms:created xsi:type="dcterms:W3CDTF">2026-09-10T04:15:06Z</dcterms:created>
  <dcterms:modified xsi:type="dcterms:W3CDTF">2026-09-10T04:15:06Z</dcterms:modified>
</cp:coreProperties>
</file>